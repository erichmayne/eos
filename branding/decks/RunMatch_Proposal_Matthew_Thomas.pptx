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hy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hat-matthew-d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matthew-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hat-is-run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growth-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hree-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cenario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base-case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runna-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runna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brand-d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